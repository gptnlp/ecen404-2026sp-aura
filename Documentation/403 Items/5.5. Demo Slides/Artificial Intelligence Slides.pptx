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cbce7ee4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cbce7ee4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cbce7ee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cbce7ee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cbce7ee4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cbce7ee4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cbce7ee4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cbce7ee4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cbce7ee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cbce7ee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410.0577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 NLP Lab Assistant Group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Autonomous University Robot Assistant (AURA) Project - Artificial Intelligence Subsystem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995300" y="4115825"/>
            <a:ext cx="51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Michael Fritzer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r>
              <a:rPr lang="en"/>
              <a:t>s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188" y="1414650"/>
            <a:ext cx="8711624" cy="31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Main accomplishment was creating a suite of functions &amp; a custom RAG class to be used next semester for robot development.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LightRAG class built from a recent </a:t>
            </a:r>
            <a:r>
              <a:rPr lang="en" u="sng">
                <a:solidFill>
                  <a:schemeClr val="hlink"/>
                </a:solidFill>
                <a:hlinkClick r:id="rId3"/>
              </a:rPr>
              <a:t>ArVix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Vectorization &amp; Model Loading</a:t>
            </a:r>
            <a:endParaRPr/>
          </a:p>
        </p:txBody>
      </p:sp>
      <p:pic>
        <p:nvPicPr>
          <p:cNvPr id="74" name="Google Shape;74;p16" title="Anim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1025"/>
            <a:ext cx="8839200" cy="2999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in action w/ RAG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