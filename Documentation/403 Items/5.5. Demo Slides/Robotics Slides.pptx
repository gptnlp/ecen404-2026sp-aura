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B75FF-BCDE-4527-833E-B8539FE921B5}">
  <a:tblStyle styleId="{181B75FF-BCDE-4527-833E-B8539FE921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cbce7ee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cbce7ee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cbce7ee4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cbce7ee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cbce7ee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cbce7ee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cc338f1a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cc338f1a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e23506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e23506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NLP Lab Assistant Group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Autonomous University Robot Assistant (AURA) Project - Robotics/UI Interface Subsystem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995300" y="4115825"/>
            <a:ext cx="51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David Haybarger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&amp; Design Constraints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obotic design based on TARS from the movie Interstellar that is </a:t>
            </a:r>
            <a:r>
              <a:rPr lang="en" sz="1800">
                <a:solidFill>
                  <a:schemeClr val="dk1"/>
                </a:solidFill>
              </a:rPr>
              <a:t>capable</a:t>
            </a:r>
            <a:r>
              <a:rPr lang="en" sz="1800">
                <a:solidFill>
                  <a:schemeClr val="dk1"/>
                </a:solidFill>
              </a:rPr>
              <a:t> of fluid independent movement via bluetooth comm</a:t>
            </a:r>
            <a:r>
              <a:rPr lang="en">
                <a:solidFill>
                  <a:schemeClr val="dk1"/>
                </a:solidFill>
              </a:rPr>
              <a:t>unication.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Must be able to walk and pivot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Ample room for integration with future subsystems while maintaining our plans of having a desktop sized robot for laboratory environment integration.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Operate at the minimum voltage rating (4V) for increased headroom from power subsystem.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Must interface/communicate with Jetson Orin Nano. Robotic subsystem should be completely isolated except for temporary hardwired power system.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Custom microcontroller </a:t>
            </a:r>
            <a:r>
              <a:rPr lang="en">
                <a:solidFill>
                  <a:schemeClr val="dk1"/>
                </a:solidFill>
              </a:rPr>
              <a:t>capable</a:t>
            </a:r>
            <a:r>
              <a:rPr lang="en">
                <a:solidFill>
                  <a:schemeClr val="dk1"/>
                </a:solidFill>
              </a:rPr>
              <a:t> of wireless communication, I2C channels, servo power and 3.3V logic inputs.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Measurements/Dimensions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66650" y="1126725"/>
            <a:ext cx="8520600" cy="3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Weight			       Length			      Width			   Height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    854g				  10”			      9.75”			            2.75”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669138"/>
            <a:ext cx="1978725" cy="2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IMG_7643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175" y="1669137"/>
            <a:ext cx="1978725" cy="263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IMG_7642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669163"/>
            <a:ext cx="1978725" cy="26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IMG_7640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1850" y="1669150"/>
            <a:ext cx="1978725" cy="2638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Plan Verification (Part 1)</a:t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31168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{181B75FF-BCDE-4527-833E-B8539FE921B5}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37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Paragraph #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Test Name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Success Criteria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Methodology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Status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7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3.2.2.1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Robotic System Mass Validation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robotic subsystem mass ≤ 7kg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Weigh fully assembled robotic subsystem; verify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≤ 7kg using calibrated scale.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Robotic subsystem weighs &lt; 1kg.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7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3.2.2.2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Dimensional Compliance Validation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</a:t>
                      </a:r>
                      <a:r>
                        <a:rPr lang="en" sz="1000"/>
                        <a:t>dimensions</a:t>
                      </a:r>
                      <a:r>
                        <a:rPr lang="en" sz="1000"/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≤ 12 in (L) x 8 in (W) x 36 in (H)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Measure assembled structure; confirm compliance with dimensional compliance.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Robotic subsystem within dimensional compliance.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3.2.3.1.1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Servo Power Validation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Servo motors operate reliably at 5V ± 5% and &lt; 1 A draw per servo under load.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Power subsystem test: measure voltage/current while actuating servos through ESP32 PWM.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Servos operate </a:t>
                      </a:r>
                      <a:r>
                        <a:rPr lang="en" sz="1000"/>
                        <a:t>robotic</a:t>
                      </a:r>
                      <a:r>
                        <a:rPr lang="en" sz="1000"/>
                        <a:t> </a:t>
                      </a:r>
                      <a:r>
                        <a:rPr lang="en" sz="1000"/>
                        <a:t>subsystem</a:t>
                      </a:r>
                      <a:r>
                        <a:rPr lang="en" sz="1000"/>
                        <a:t> within </a:t>
                      </a:r>
                      <a:r>
                        <a:rPr lang="en" sz="1000"/>
                        <a:t>success</a:t>
                      </a:r>
                      <a:r>
                        <a:rPr lang="en" sz="1000"/>
                        <a:t> criteria range. Robotic subsystem works at servo minimum voltage (4V).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5.1.1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Power Distribution Validation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Motor control PCB </a:t>
                      </a:r>
                      <a:r>
                        <a:rPr lang="en" sz="1000"/>
                        <a:t>capable</a:t>
                      </a:r>
                      <a:r>
                        <a:rPr lang="en" sz="1000"/>
                        <a:t> of varying servo voltage (4-6V) and 3.3V logic.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Simultaneous </a:t>
                      </a:r>
                      <a:r>
                        <a:rPr lang="en" sz="1000"/>
                        <a:t>testing</a:t>
                      </a:r>
                      <a:r>
                        <a:rPr lang="en" sz="1000"/>
                        <a:t> of servo actuation and operational logic from one motor control PCB.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The motor control PCB is operational with various voltage inputs through separate channels.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Plan Verification (Part 2)</a:t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31168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{181B75FF-BCDE-4527-833E-B8539FE921B5}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34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Paragraph #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Test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Success Criteria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Methodology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Status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6.4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UART Communication Validation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UART link between ESP32 and Jetson Orin Nano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Fully independent programming of ESP32 using the Jetson Orin Nano and Arduino IDE.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Robotics subsystem code can be edited via the Jetson for easy on site behavioral modifications.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3.2.4.1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Emergency Stop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Servo power disables within 0.5s after E-Stop is pressed.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During movement execution the motors should stop after pressing E-Stop.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Servos successfully stop after pressing E-Stop button.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3.2.4.1.2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Fault Recovery Validation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System recovers with ESP32 reset without Jetson reboot.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Simulate UART fault. Verify system recovers without restarting the Jetson.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Jetson displays ESP32 fault and can be recovered without </a:t>
                      </a:r>
                      <a:r>
                        <a:rPr lang="en" sz="1000"/>
                        <a:t>restarting</a:t>
                      </a:r>
                      <a:r>
                        <a:rPr lang="en" sz="1000"/>
                        <a:t> the Jetson.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Plan Verification (Part 3)</a:t>
            </a:r>
            <a:endParaRPr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31168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{181B75FF-BCDE-4527-833E-B8539FE921B5}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34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Paragraph #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Test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Success Criteria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Methodology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Status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3.1.2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Servo Performance Validation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Servos achieve required motion for fully maneuverable robotics system. AURA should be capable of ‘walking’ and ‘pivoting’.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Successful demonstration of working subsystem with acceptable misbehaviors attributed to later integration with other subsystems.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Tested. Robotic system is functional with minor design flaws. Improvements are needed from 3D printed mechanical components. Stability issues from weight distribution due to lack of project subsystem integration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