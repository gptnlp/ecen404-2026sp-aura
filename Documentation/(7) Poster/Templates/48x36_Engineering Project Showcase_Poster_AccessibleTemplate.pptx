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ms-powerpoint.changesinfo+xml" PartName="/ppt/changesInfos/changesInfo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ms-powerpoint.revisioninfo+xml" PartName="/ppt/revisionInfo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"/>
  </p:notesMasterIdLst>
  <p:sldIdLst>
    <p:sldId id="258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6D146-D1D6-469B-8C56-B0FD0D271B8A}" v="28" dt="2026-04-14T16:49:16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" d="100"/>
          <a:sy n="16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Relationship Id="rId8" Target="changesInfos/changesInfo1.xml" Type="http://schemas.microsoft.com/office/2016/11/relationships/changesInfo"/><Relationship Id="rId9" Target="revisionInfo.xml" Type="http://schemas.microsoft.com/office/2015/10/relationships/revisionInfo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efer, Kristin Lyn" userId="f5a803ca-d32a-4bbc-a6a8-441fed21f9bf" providerId="ADAL" clId="{16EEA5AE-F9C6-456B-9CC0-F83601DF51AC}"/>
    <pc:docChg chg="undo redo custSel modSld modMainMaster">
      <pc:chgData name="Schaefer, Kristin Lyn" userId="f5a803ca-d32a-4bbc-a6a8-441fed21f9bf" providerId="ADAL" clId="{16EEA5AE-F9C6-456B-9CC0-F83601DF51AC}" dt="2026-04-14T17:05:39.612" v="473" actId="313"/>
      <pc:docMkLst>
        <pc:docMk/>
      </pc:docMkLst>
      <pc:sldChg chg="addSp delSp modSp mod chgLayout">
        <pc:chgData name="Schaefer, Kristin Lyn" userId="f5a803ca-d32a-4bbc-a6a8-441fed21f9bf" providerId="ADAL" clId="{16EEA5AE-F9C6-456B-9CC0-F83601DF51AC}" dt="2026-04-14T17:05:39.612" v="473" actId="313"/>
        <pc:sldMkLst>
          <pc:docMk/>
          <pc:sldMk cId="0" sldId="258"/>
        </pc:sldMkLst>
        <pc:spChg chg="add mod ord">
          <ac:chgData name="Schaefer, Kristin Lyn" userId="f5a803ca-d32a-4bbc-a6a8-441fed21f9bf" providerId="ADAL" clId="{16EEA5AE-F9C6-456B-9CC0-F83601DF51AC}" dt="2026-04-14T16:52:57.849" v="425" actId="404"/>
          <ac:spMkLst>
            <pc:docMk/>
            <pc:sldMk cId="0" sldId="258"/>
            <ac:spMk id="2" creationId="{20C84F73-BDF0-797B-0851-3C1AC35F2D29}"/>
          </ac:spMkLst>
        </pc:spChg>
        <pc:spChg chg="add mod ord">
          <ac:chgData name="Schaefer, Kristin Lyn" userId="f5a803ca-d32a-4bbc-a6a8-441fed21f9bf" providerId="ADAL" clId="{16EEA5AE-F9C6-456B-9CC0-F83601DF51AC}" dt="2026-04-14T16:19:13.075" v="56" actId="6264"/>
          <ac:spMkLst>
            <pc:docMk/>
            <pc:sldMk cId="0" sldId="258"/>
            <ac:spMk id="3" creationId="{DD7CACAE-04C8-3FED-ACC1-FFDCA669321D}"/>
          </ac:spMkLst>
        </pc:spChg>
        <pc:spChg chg="add mod ord">
          <ac:chgData name="Schaefer, Kristin Lyn" userId="f5a803ca-d32a-4bbc-a6a8-441fed21f9bf" providerId="ADAL" clId="{16EEA5AE-F9C6-456B-9CC0-F83601DF51AC}" dt="2026-04-14T16:19:13.075" v="56" actId="6264"/>
          <ac:spMkLst>
            <pc:docMk/>
            <pc:sldMk cId="0" sldId="258"/>
            <ac:spMk id="4" creationId="{D8145877-4B22-3E05-8447-A5ACF928E696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5" creationId="{E157B058-BF7C-3004-8416-6687A6C38882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6" creationId="{CAE7498F-DBBB-BA8B-DA7E-6C640C4E27BC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7" creationId="{C757EBD2-A956-35F8-17BA-8716148541CA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8" creationId="{96F668D3-75AB-BFBD-2D03-CE900398BC82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9" creationId="{3A50482B-8458-6AB7-1262-4EA4937562CF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0" creationId="{4016D41E-D7E1-B38F-8E5D-E92BF3005D4F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1" creationId="{1A469409-A685-77FF-AEE7-DAC23A30080F}"/>
          </ac:spMkLst>
        </pc:spChg>
        <pc:spChg chg="add del mo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2" creationId="{EA7DE91F-4BDC-F985-EDD4-5CBFA9BB8837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13" creationId="{40F8234C-058E-ADF9-7C6E-95C3CE15C371}"/>
          </ac:spMkLst>
        </pc:spChg>
        <pc:spChg chg="del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4" creationId="{9670D9C7-EACE-1590-29AB-625C97B203A1}"/>
          </ac:spMkLst>
        </pc:spChg>
        <pc:spChg chg="add del mod or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5" creationId="{112537C4-BEC2-0201-AE90-9549820251FB}"/>
          </ac:spMkLst>
        </pc:spChg>
        <pc:spChg chg="del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6" creationId="{DA54F205-297A-6812-BECC-552E8DCBEB52}"/>
          </ac:spMkLst>
        </pc:spChg>
        <pc:spChg chg="add del mo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7" creationId="{D3C8693C-F528-37F7-73B5-C27C19FB2E73}"/>
          </ac:spMkLst>
        </pc:spChg>
        <pc:spChg chg="add del mo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8" creationId="{79F5786E-31E8-50FB-58D9-D1CA89E9603D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19" creationId="{9A92467F-A439-7109-9790-D145764A48FE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0" creationId="{C660F2AD-0125-0C26-DC76-37FA7CED0464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1" creationId="{EAE4FBCA-03C3-6A23-1CD3-FAE28E903B8B}"/>
          </ac:spMkLst>
        </pc:spChg>
        <pc:spChg chg="add del mo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2" creationId="{89CD5EC3-C54C-771E-94D4-269736431926}"/>
          </ac:spMkLst>
        </pc:spChg>
        <pc:spChg chg="add del mo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3" creationId="{4F2DECA8-74F7-BD33-A705-3DB90817E24B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4" creationId="{DB9D976D-8DB5-0D9F-4EE4-B53E9BCD72C2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5" creationId="{7D011AFF-B780-25D7-AAB9-8ECEB2BB6972}"/>
          </ac:spMkLst>
        </pc:spChg>
        <pc:spChg chg="add mod ord">
          <ac:chgData name="Schaefer, Kristin Lyn" userId="f5a803ca-d32a-4bbc-a6a8-441fed21f9bf" providerId="ADAL" clId="{16EEA5AE-F9C6-456B-9CC0-F83601DF51AC}" dt="2026-04-14T17:05:39.612" v="473" actId="313"/>
          <ac:spMkLst>
            <pc:docMk/>
            <pc:sldMk cId="0" sldId="258"/>
            <ac:spMk id="26" creationId="{6186A752-6300-AE4C-E2EC-ACA3BF027925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7" creationId="{0C49B42A-6BD3-75F1-6599-693568C8F89C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8" creationId="{AEAAE1A6-EBDB-E7F1-872F-E74EE0A25D88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9" creationId="{8DF89B00-200C-65C4-D9ED-79B4E61B5524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30" creationId="{951F9719-1109-C42F-8AF2-D281997C2C33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31" creationId="{D7B85982-A527-65B0-0A2E-B6BE558DFA26}"/>
          </ac:spMkLst>
        </pc:spChg>
        <pc:spChg chg="del mod">
          <ac:chgData name="Schaefer, Kristin Lyn" userId="f5a803ca-d32a-4bbc-a6a8-441fed21f9bf" providerId="ADAL" clId="{16EEA5AE-F9C6-456B-9CC0-F83601DF51AC}" dt="2026-04-14T16:19:10.066" v="55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20:54.279" v="60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20.609" v="416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17.713" v="415" actId="478"/>
          <ac:spMkLst>
            <pc:docMk/>
            <pc:sldMk cId="0" sldId="258"/>
            <ac:spMk id="39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6:57.641" v="246" actId="478"/>
          <ac:spMkLst>
            <pc:docMk/>
            <pc:sldMk cId="0" sldId="258"/>
            <ac:spMk id="69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8:43.982" v="254" actId="478"/>
          <ac:spMkLst>
            <pc:docMk/>
            <pc:sldMk cId="0" sldId="258"/>
            <ac:spMk id="70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9:44.754" v="322" actId="478"/>
          <ac:spMkLst>
            <pc:docMk/>
            <pc:sldMk cId="0" sldId="258"/>
            <ac:spMk id="71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50:03.326" v="325" actId="478"/>
          <ac:spMkLst>
            <pc:docMk/>
            <pc:sldMk cId="0" sldId="258"/>
            <ac:spMk id="72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09.699" v="413" actId="478"/>
          <ac:spMkLst>
            <pc:docMk/>
            <pc:sldMk cId="0" sldId="258"/>
            <ac:spMk id="73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02.976" v="412" actId="478"/>
          <ac:spMkLst>
            <pc:docMk/>
            <pc:sldMk cId="0" sldId="258"/>
            <ac:spMk id="74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0:58.458" v="411" actId="478"/>
          <ac:spMkLst>
            <pc:docMk/>
            <pc:sldMk cId="0" sldId="258"/>
            <ac:spMk id="79" creationId="{00000000-0000-0000-0000-000000000000}"/>
          </ac:spMkLst>
        </pc:spChg>
        <pc:spChg chg="ord">
          <ac:chgData name="Schaefer, Kristin Lyn" userId="f5a803ca-d32a-4bbc-a6a8-441fed21f9bf" providerId="ADAL" clId="{16EEA5AE-F9C6-456B-9CC0-F83601DF51AC}" dt="2026-04-14T16:53:44.653" v="429"/>
          <ac:spMkLst>
            <pc:docMk/>
            <pc:sldMk cId="0" sldId="258"/>
            <ac:spMk id="81" creationId="{00000000-0000-0000-0000-000000000000}"/>
          </ac:spMkLst>
        </pc:spChg>
        <pc:spChg chg="ord">
          <ac:chgData name="Schaefer, Kristin Lyn" userId="f5a803ca-d32a-4bbc-a6a8-441fed21f9bf" providerId="ADAL" clId="{16EEA5AE-F9C6-456B-9CC0-F83601DF51AC}" dt="2026-04-14T16:53:44.653" v="429"/>
          <ac:spMkLst>
            <pc:docMk/>
            <pc:sldMk cId="0" sldId="258"/>
            <ac:spMk id="85" creationId="{00000000-0000-0000-0000-000000000000}"/>
          </ac:spMkLst>
        </pc:spChg>
        <pc:graphicFrameChg chg="del">
          <ac:chgData name="Schaefer, Kristin Lyn" userId="f5a803ca-d32a-4bbc-a6a8-441fed21f9bf" providerId="ADAL" clId="{16EEA5AE-F9C6-456B-9CC0-F83601DF51AC}" dt="2026-04-14T16:51:13.423" v="414" actId="478"/>
          <ac:graphicFrameMkLst>
            <pc:docMk/>
            <pc:sldMk cId="0" sldId="258"/>
            <ac:graphicFrameMk id="52" creationId="{00000000-0000-0000-0000-000000000000}"/>
          </ac:graphicFrameMkLst>
        </pc:graphicFrameChg>
      </pc:sldChg>
      <pc:sldMasterChg chg="addSp delSp modSp mod modSldLayout">
        <pc:chgData name="Schaefer, Kristin Lyn" userId="f5a803ca-d32a-4bbc-a6a8-441fed21f9bf" providerId="ADAL" clId="{16EEA5AE-F9C6-456B-9CC0-F83601DF51AC}" dt="2026-04-14T17:04:13.448" v="472" actId="1076"/>
        <pc:sldMasterMkLst>
          <pc:docMk/>
          <pc:sldMasterMk cId="4080265480" sldId="2147483673"/>
        </pc:sldMasterMkLst>
        <pc:spChg chg="mod">
          <ac:chgData name="Schaefer, Kristin Lyn" userId="f5a803ca-d32a-4bbc-a6a8-441fed21f9bf" providerId="ADAL" clId="{16EEA5AE-F9C6-456B-9CC0-F83601DF51AC}" dt="2026-04-14T16:17:15.063" v="10" actId="555"/>
          <ac:spMkLst>
            <pc:docMk/>
            <pc:sldMasterMk cId="4080265480" sldId="2147483673"/>
            <ac:spMk id="6" creationId="{00000000-0000-0000-0000-000000000000}"/>
          </ac:spMkLst>
        </pc:spChg>
        <pc:picChg chg="add del mod">
          <ac:chgData name="Schaefer, Kristin Lyn" userId="f5a803ca-d32a-4bbc-a6a8-441fed21f9bf" providerId="ADAL" clId="{16EEA5AE-F9C6-456B-9CC0-F83601DF51AC}" dt="2026-04-14T16:17:23.772" v="28" actId="962"/>
          <ac:picMkLst>
            <pc:docMk/>
            <pc:sldMasterMk cId="4080265480" sldId="2147483673"/>
            <ac:picMk id="10" creationId="{00000000-0000-0000-0000-000000000000}"/>
          </ac:picMkLst>
        </pc:picChg>
        <pc:picChg chg="mod">
          <ac:chgData name="Schaefer, Kristin Lyn" userId="f5a803ca-d32a-4bbc-a6a8-441fed21f9bf" providerId="ADAL" clId="{16EEA5AE-F9C6-456B-9CC0-F83601DF51AC}" dt="2026-04-14T16:17:36.086" v="30" actId="962"/>
          <ac:picMkLst>
            <pc:docMk/>
            <pc:sldMasterMk cId="4080265480" sldId="2147483673"/>
            <ac:picMk id="11" creationId="{00000000-0000-0000-0000-000000000000}"/>
          </ac:picMkLst>
        </pc:picChg>
        <pc:picChg chg="add del mod">
          <ac:chgData name="Schaefer, Kristin Lyn" userId="f5a803ca-d32a-4bbc-a6a8-441fed21f9bf" providerId="ADAL" clId="{16EEA5AE-F9C6-456B-9CC0-F83601DF51AC}" dt="2026-04-14T16:17:15.063" v="10" actId="555"/>
          <ac:picMkLst>
            <pc:docMk/>
            <pc:sldMasterMk cId="4080265480" sldId="2147483673"/>
            <ac:picMk id="12" creationId="{00000000-0000-0000-0000-000000000000}"/>
          </ac:picMkLst>
        </pc:picChg>
        <pc:picChg chg="del">
          <ac:chgData name="Schaefer, Kristin Lyn" userId="f5a803ca-d32a-4bbc-a6a8-441fed21f9bf" providerId="ADAL" clId="{16EEA5AE-F9C6-456B-9CC0-F83601DF51AC}" dt="2026-04-14T16:17:31.512" v="29" actId="478"/>
          <ac:picMkLst>
            <pc:docMk/>
            <pc:sldMasterMk cId="4080265480" sldId="2147483673"/>
            <ac:picMk id="14" creationId="{00000000-0000-0000-0000-000000000000}"/>
          </ac:picMkLst>
        </pc:picChg>
        <pc:sldLayoutChg chg="addSp delSp modSp mod">
          <pc:chgData name="Schaefer, Kristin Lyn" userId="f5a803ca-d32a-4bbc-a6a8-441fed21f9bf" providerId="ADAL" clId="{16EEA5AE-F9C6-456B-9CC0-F83601DF51AC}" dt="2026-04-14T17:04:13.448" v="472" actId="1076"/>
          <pc:sldLayoutMkLst>
            <pc:docMk/>
            <pc:sldMasterMk cId="4080265480" sldId="2147483673"/>
            <pc:sldLayoutMk cId="379136787" sldId="2147483674"/>
          </pc:sldLayoutMkLst>
          <pc:spChg chg="add mod ord">
            <ac:chgData name="Schaefer, Kristin Lyn" userId="f5a803ca-d32a-4bbc-a6a8-441fed21f9bf" providerId="ADAL" clId="{16EEA5AE-F9C6-456B-9CC0-F83601DF51AC}" dt="2026-04-14T17:04:13.448" v="472" actId="1076"/>
            <ac:spMkLst>
              <pc:docMk/>
              <pc:sldMasterMk cId="4080265480" sldId="2147483673"/>
              <pc:sldLayoutMk cId="379136787" sldId="2147483674"/>
              <ac:spMk id="2" creationId="{8B900635-289E-076E-9D06-3D51E55BCA7B}"/>
            </ac:spMkLst>
          </pc:spChg>
          <pc:spChg chg="add del">
            <ac:chgData name="Schaefer, Kristin Lyn" userId="f5a803ca-d32a-4bbc-a6a8-441fed21f9bf" providerId="ADAL" clId="{16EEA5AE-F9C6-456B-9CC0-F83601DF51AC}" dt="2026-04-14T16:22:56.521" v="66" actId="11529"/>
            <ac:spMkLst>
              <pc:docMk/>
              <pc:sldMasterMk cId="4080265480" sldId="2147483673"/>
              <pc:sldLayoutMk cId="379136787" sldId="2147483674"/>
              <ac:spMk id="3" creationId="{E7B3E357-3133-7AAD-D2E7-FAF41C730536}"/>
            </ac:spMkLst>
          </pc:spChg>
          <pc:spChg chg="add del mod">
            <ac:chgData name="Schaefer, Kristin Lyn" userId="f5a803ca-d32a-4bbc-a6a8-441fed21f9bf" providerId="ADAL" clId="{16EEA5AE-F9C6-456B-9CC0-F83601DF51AC}" dt="2026-04-14T16:23:14.149" v="68" actId="478"/>
            <ac:spMkLst>
              <pc:docMk/>
              <pc:sldMasterMk cId="4080265480" sldId="2147483673"/>
              <pc:sldLayoutMk cId="379136787" sldId="2147483674"/>
              <ac:spMk id="4" creationId="{F1121085-4829-4608-5FCB-27911CB06DC4}"/>
            </ac:spMkLst>
          </pc:spChg>
          <pc:spChg chg="add del mod">
            <ac:chgData name="Schaefer, Kristin Lyn" userId="f5a803ca-d32a-4bbc-a6a8-441fed21f9bf" providerId="ADAL" clId="{16EEA5AE-F9C6-456B-9CC0-F83601DF51AC}" dt="2026-04-14T16:34:40.520" v="186" actId="478"/>
            <ac:spMkLst>
              <pc:docMk/>
              <pc:sldMasterMk cId="4080265480" sldId="2147483673"/>
              <pc:sldLayoutMk cId="379136787" sldId="2147483674"/>
              <ac:spMk id="5" creationId="{D509A9D4-5934-7561-2838-33C1E6D53885}"/>
            </ac:spMkLst>
          </pc:spChg>
          <pc:spChg chg="add del mod">
            <ac:chgData name="Schaefer, Kristin Lyn" userId="f5a803ca-d32a-4bbc-a6a8-441fed21f9bf" providerId="ADAL" clId="{16EEA5AE-F9C6-456B-9CC0-F83601DF51AC}" dt="2026-04-14T16:34:42.098" v="187" actId="478"/>
            <ac:spMkLst>
              <pc:docMk/>
              <pc:sldMasterMk cId="4080265480" sldId="2147483673"/>
              <pc:sldLayoutMk cId="379136787" sldId="2147483674"/>
              <ac:spMk id="6" creationId="{259C545F-A0D1-D410-0BBD-DEE95B8D90AF}"/>
            </ac:spMkLst>
          </pc:spChg>
          <pc:spChg chg="add del mod">
            <ac:chgData name="Schaefer, Kristin Lyn" userId="f5a803ca-d32a-4bbc-a6a8-441fed21f9bf" providerId="ADAL" clId="{16EEA5AE-F9C6-456B-9CC0-F83601DF51AC}" dt="2026-04-14T16:34:43.994" v="188" actId="478"/>
            <ac:spMkLst>
              <pc:docMk/>
              <pc:sldMasterMk cId="4080265480" sldId="2147483673"/>
              <pc:sldLayoutMk cId="379136787" sldId="2147483674"/>
              <ac:spMk id="7" creationId="{B449D84A-8335-9350-EC93-43C9A836F625}"/>
            </ac:spMkLst>
          </pc:spChg>
          <pc:spChg chg="add del">
            <ac:chgData name="Schaefer, Kristin Lyn" userId="f5a803ca-d32a-4bbc-a6a8-441fed21f9bf" providerId="ADAL" clId="{16EEA5AE-F9C6-456B-9CC0-F83601DF51AC}" dt="2026-04-14T16:31:18.918" v="148" actId="11529"/>
            <ac:spMkLst>
              <pc:docMk/>
              <pc:sldMasterMk cId="4080265480" sldId="2147483673"/>
              <pc:sldLayoutMk cId="379136787" sldId="2147483674"/>
              <ac:spMk id="8" creationId="{64921288-6A84-F8C3-5982-B458CF0D8813}"/>
            </ac:spMkLst>
          </pc:spChg>
          <pc:spChg chg="add mod ord">
            <ac:chgData name="Schaefer, Kristin Lyn" userId="f5a803ca-d32a-4bbc-a6a8-441fed21f9bf" providerId="ADAL" clId="{16EEA5AE-F9C6-456B-9CC0-F83601DF51AC}" dt="2026-04-14T17:02:34.507" v="462" actId="1076"/>
            <ac:spMkLst>
              <pc:docMk/>
              <pc:sldMasterMk cId="4080265480" sldId="2147483673"/>
              <pc:sldLayoutMk cId="379136787" sldId="2147483674"/>
              <ac:spMk id="9" creationId="{2CC09DCF-C144-A02A-B70B-520E68358BC6}"/>
            </ac:spMkLst>
          </pc:spChg>
          <pc:spChg chg="add mod ord">
            <ac:chgData name="Schaefer, Kristin Lyn" userId="f5a803ca-d32a-4bbc-a6a8-441fed21f9bf" providerId="ADAL" clId="{16EEA5AE-F9C6-456B-9CC0-F83601DF51AC}" dt="2026-04-14T17:01:35.115" v="456" actId="1076"/>
            <ac:spMkLst>
              <pc:docMk/>
              <pc:sldMasterMk cId="4080265480" sldId="2147483673"/>
              <pc:sldLayoutMk cId="379136787" sldId="2147483674"/>
              <ac:spMk id="10" creationId="{B3DABD1C-2FA8-784F-DA86-E21A70E7DC9B}"/>
            </ac:spMkLst>
          </pc:spChg>
          <pc:spChg chg="add mod ord">
            <ac:chgData name="Schaefer, Kristin Lyn" userId="f5a803ca-d32a-4bbc-a6a8-441fed21f9bf" providerId="ADAL" clId="{16EEA5AE-F9C6-456B-9CC0-F83601DF51AC}" dt="2026-04-14T17:01:53.479" v="457" actId="1076"/>
            <ac:spMkLst>
              <pc:docMk/>
              <pc:sldMasterMk cId="4080265480" sldId="2147483673"/>
              <pc:sldLayoutMk cId="379136787" sldId="2147483674"/>
              <ac:spMk id="11" creationId="{E8C6510D-223A-FF81-C91F-75B1479C48D8}"/>
            </ac:spMkLst>
          </pc:spChg>
          <pc:spChg chg="add mod">
            <ac:chgData name="Schaefer, Kristin Lyn" userId="f5a803ca-d32a-4bbc-a6a8-441fed21f9bf" providerId="ADAL" clId="{16EEA5AE-F9C6-456B-9CC0-F83601DF51AC}" dt="2026-04-14T17:02:06.038" v="458" actId="1076"/>
            <ac:spMkLst>
              <pc:docMk/>
              <pc:sldMasterMk cId="4080265480" sldId="2147483673"/>
              <pc:sldLayoutMk cId="379136787" sldId="2147483674"/>
              <ac:spMk id="12" creationId="{E166B222-53B2-E567-6613-EA3ED6E5F5A4}"/>
            </ac:spMkLst>
          </pc:spChg>
          <pc:spChg chg="del mod">
            <ac:chgData name="Schaefer, Kristin Lyn" userId="f5a803ca-d32a-4bbc-a6a8-441fed21f9bf" providerId="ADAL" clId="{16EEA5AE-F9C6-456B-9CC0-F83601DF51AC}" dt="2026-04-14T16:32:10.679" v="158" actId="478"/>
            <ac:spMkLst>
              <pc:docMk/>
              <pc:sldMasterMk cId="4080265480" sldId="2147483673"/>
              <pc:sldLayoutMk cId="379136787" sldId="2147483674"/>
              <ac:spMk id="20" creationId="{00000000-0000-0000-0000-000000000000}"/>
            </ac:spMkLst>
          </pc:spChg>
          <pc:spChg chg="del mod">
            <ac:chgData name="Schaefer, Kristin Lyn" userId="f5a803ca-d32a-4bbc-a6a8-441fed21f9bf" providerId="ADAL" clId="{16EEA5AE-F9C6-456B-9CC0-F83601DF51AC}" dt="2026-04-14T16:45:40.711" v="239" actId="478"/>
            <ac:spMkLst>
              <pc:docMk/>
              <pc:sldMasterMk cId="4080265480" sldId="2147483673"/>
              <pc:sldLayoutMk cId="379136787" sldId="2147483674"/>
              <ac:spMk id="21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26.800" v="143" actId="478"/>
            <ac:spMkLst>
              <pc:docMk/>
              <pc:sldMasterMk cId="4080265480" sldId="2147483673"/>
              <pc:sldLayoutMk cId="379136787" sldId="2147483674"/>
              <ac:spMk id="22" creationId="{00000000-0000-0000-0000-000000000000}"/>
            </ac:spMkLst>
          </pc:spChg>
          <pc:spChg chg="del mod">
            <ac:chgData name="Schaefer, Kristin Lyn" userId="f5a803ca-d32a-4bbc-a6a8-441fed21f9bf" providerId="ADAL" clId="{16EEA5AE-F9C6-456B-9CC0-F83601DF51AC}" dt="2026-04-14T16:27:54.637" v="102" actId="478"/>
            <ac:spMkLst>
              <pc:docMk/>
              <pc:sldMasterMk cId="4080265480" sldId="2147483673"/>
              <pc:sldLayoutMk cId="379136787" sldId="2147483674"/>
              <ac:spMk id="23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7.191" v="140" actId="478"/>
            <ac:spMkLst>
              <pc:docMk/>
              <pc:sldMasterMk cId="4080265480" sldId="2147483673"/>
              <pc:sldLayoutMk cId="379136787" sldId="2147483674"/>
              <ac:spMk id="24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34.385" v="145" actId="478"/>
            <ac:spMkLst>
              <pc:docMk/>
              <pc:sldMasterMk cId="4080265480" sldId="2147483673"/>
              <pc:sldLayoutMk cId="379136787" sldId="2147483674"/>
              <ac:spMk id="25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28.675" v="144" actId="478"/>
            <ac:spMkLst>
              <pc:docMk/>
              <pc:sldMasterMk cId="4080265480" sldId="2147483673"/>
              <pc:sldLayoutMk cId="379136787" sldId="2147483674"/>
              <ac:spMk id="26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2.573" v="138" actId="478"/>
            <ac:spMkLst>
              <pc:docMk/>
              <pc:sldMasterMk cId="4080265480" sldId="2147483673"/>
              <pc:sldLayoutMk cId="379136787" sldId="2147483674"/>
              <ac:spMk id="27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4.375" v="139" actId="478"/>
            <ac:spMkLst>
              <pc:docMk/>
              <pc:sldMasterMk cId="4080265480" sldId="2147483673"/>
              <pc:sldLayoutMk cId="379136787" sldId="2147483674"/>
              <ac:spMk id="28" creationId="{00000000-0000-0000-0000-000000000000}"/>
            </ac:spMkLst>
          </pc:spChg>
          <pc:cxnChg chg="mod">
            <ac:chgData name="Schaefer, Kristin Lyn" userId="f5a803ca-d32a-4bbc-a6a8-441fed21f9bf" providerId="ADAL" clId="{16EEA5AE-F9C6-456B-9CC0-F83601DF51AC}" dt="2026-04-14T17:00:35.537" v="454" actId="1076"/>
            <ac:cxnSpMkLst>
              <pc:docMk/>
              <pc:sldMasterMk cId="4080265480" sldId="2147483673"/>
              <pc:sldLayoutMk cId="379136787" sldId="2147483674"/>
              <ac:cxnSpMk id="16" creationId="{00000000-0000-0000-0000-000000000000}"/>
            </ac:cxnSpMkLst>
          </pc:cxnChg>
          <pc:cxnChg chg="del">
            <ac:chgData name="Schaefer, Kristin Lyn" userId="f5a803ca-d32a-4bbc-a6a8-441fed21f9bf" providerId="ADAL" clId="{16EEA5AE-F9C6-456B-9CC0-F83601DF51AC}" dt="2026-04-14T16:35:04.191" v="196" actId="478"/>
            <ac:cxnSpMkLst>
              <pc:docMk/>
              <pc:sldMasterMk cId="4080265480" sldId="2147483673"/>
              <pc:sldLayoutMk cId="379136787" sldId="2147483674"/>
              <ac:cxnSpMk id="17" creationId="{00000000-0000-0000-0000-000000000000}"/>
            </ac:cxnSpMkLst>
          </pc:cxnChg>
          <pc:cxnChg chg="mod">
            <ac:chgData name="Schaefer, Kristin Lyn" userId="f5a803ca-d32a-4bbc-a6a8-441fed21f9bf" providerId="ADAL" clId="{16EEA5AE-F9C6-456B-9CC0-F83601DF51AC}" dt="2026-04-14T16:57:34.133" v="443" actId="1076"/>
            <ac:cxnSpMkLst>
              <pc:docMk/>
              <pc:sldMasterMk cId="4080265480" sldId="2147483673"/>
              <pc:sldLayoutMk cId="379136787" sldId="2147483674"/>
              <ac:cxnSpMk id="18" creationId="{00000000-0000-0000-0000-000000000000}"/>
            </ac:cxnSpMkLst>
          </pc:cxnChg>
          <pc:cxnChg chg="mod">
            <ac:chgData name="Schaefer, Kristin Lyn" userId="f5a803ca-d32a-4bbc-a6a8-441fed21f9bf" providerId="ADAL" clId="{16EEA5AE-F9C6-456B-9CC0-F83601DF51AC}" dt="2026-04-14T17:00:53.356" v="455" actId="1076"/>
            <ac:cxnSpMkLst>
              <pc:docMk/>
              <pc:sldMasterMk cId="4080265480" sldId="2147483673"/>
              <pc:sldLayoutMk cId="379136787" sldId="2147483674"/>
              <ac:cxnSpMk id="19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D74D9-2971-4639-A2BA-62AC2EAD7D63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C9D5A-9AF5-46CE-A788-839C5739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9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 userDrawn="1">
  <p:cSld name="Background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635-289E-076E-9D06-3D51E55B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457200"/>
            <a:ext cx="28346400" cy="4572000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09DCF-C144-A02A-B70B-520E68358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6590021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Google Shape;16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2014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DABD1C-2FA8-784F-DA86-E21A70E7D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586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Google Shape;18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45600" y="6400800"/>
            <a:ext cx="0" cy="24917400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8C6510D-223A-FF81-C91F-75B1479C4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028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Google Shape;19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6898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166B222-53B2-E567-6613-EA3ED6E5F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470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3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0" y="5257801"/>
            <a:ext cx="43891200" cy="265176"/>
          </a:xfrm>
          <a:prstGeom prst="rect">
            <a:avLst/>
          </a:prstGeom>
          <a:solidFill>
            <a:srgbClr val="8D50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9;p2"/>
          <p:cNvCxnSpPr/>
          <p:nvPr/>
        </p:nvCxnSpPr>
        <p:spPr>
          <a:xfrm>
            <a:off x="31543262" y="30837464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0" name="Google Shape;10;p2" descr="TAMU Logo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43"/>
            <a:ext cx="30808245" cy="250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1" y="31434024"/>
            <a:ext cx="43939859" cy="147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1" y="5120640"/>
            <a:ext cx="43891201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36157168" y="0"/>
            <a:ext cx="7734033" cy="2982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265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4F73-BDF0-797B-0851-3C1AC35F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40" y="556260"/>
            <a:ext cx="28620720" cy="4572000"/>
          </a:xfrm>
        </p:spPr>
        <p:txBody>
          <a:bodyPr/>
          <a:lstStyle/>
          <a:p>
            <a:pPr lvl="0"/>
            <a:r>
              <a:rPr dirty="0" lang="en-US"/>
              <a:t>Project Title – Size to Fit Length</a:t>
            </a:r>
            <a:br>
              <a:rPr dirty="0" lang="en-US"/>
            </a:br>
            <a:r>
              <a:rPr dirty="0" lang="en-US" sz="4800"/>
              <a:t>Team Member 1, Team Member 2, ………</a:t>
            </a:r>
            <a:br>
              <a:rPr dirty="0" lang="en-US" sz="4800"/>
            </a:br>
            <a:r>
              <a:rPr dirty="0" lang="en-US" sz="4800"/>
              <a:t>Faculty Mentor, Sponsor Name</a:t>
            </a:r>
            <a:endParaRPr dirty="0" lang="en-US"/>
          </a:p>
        </p:txBody>
      </p:sp>
      <p:sp>
        <p:nvSpPr>
          <p:cNvPr id="85" name="Google Shape;85;p1"/>
          <p:cNvSpPr txBox="1"/>
          <p:nvPr/>
        </p:nvSpPr>
        <p:spPr>
          <a:xfrm>
            <a:off x="166099" y="3870439"/>
            <a:ext cx="8036312" cy="1570037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b="1" baseline="0" cap="none" dirty="0" i="1" kern="0" kumimoji="0" lang="en-US" noProof="0" normalizeH="0" spc="0" strike="noStrike" sz="48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Project Sponsor Logo (If Appropriate)</a:t>
            </a:r>
            <a:endParaRPr b="0" baseline="0" cap="none" dirty="0" i="0" kern="0" kumimoji="0" noProof="0" normalizeH="0" spc="0" strike="noStrike" sz="1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5642846" y="4324131"/>
            <a:ext cx="8036312" cy="830997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b="1" baseline="0" cap="none" dirty="0" i="1" kern="0" kumimoji="0" lang="en-US" noProof="0" normalizeH="0" spc="0" strike="noStrike" sz="48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Departmental  Logo</a:t>
            </a:r>
            <a:endParaRPr b="0" baseline="0" cap="none" dirty="0" i="0" kern="0" kumimoji="0" noProof="0" normalizeH="0" spc="0" strike="noStrike" sz="1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F8234C-058E-ADF9-7C6E-95C3CE15C37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925480" y="6590021"/>
            <a:ext cx="9829800" cy="24003000"/>
          </a:xfrm>
        </p:spPr>
        <p:txBody>
          <a:bodyPr/>
          <a:lstStyle/>
          <a:p>
            <a:pPr lvl="0"/>
            <a:r>
              <a:rPr dirty="0" lang="en-US"/>
              <a:t>Problem Definition</a:t>
            </a:r>
          </a:p>
          <a:p>
            <a:pPr lvl="0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r>
              <a:rPr dirty="0" lang="en-US"/>
              <a:t>Methodology</a:t>
            </a:r>
          </a:p>
          <a:p>
            <a:endParaRPr dirty="0" lang="en-US"/>
          </a:p>
          <a:p>
            <a:endParaRPr dirty="0"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B9D976D-8DB5-0D9F-4EE4-B53E9BCD72C2}"/>
              </a:ext>
            </a:extLst>
          </p:cNvPr>
          <p:cNvSpPr>
            <a:spLocks noGrp="1"/>
          </p:cNvSpPr>
          <p:nvPr>
            <p:ph idx="14" sz="quarter" type="body"/>
          </p:nvPr>
        </p:nvSpPr>
        <p:spPr>
          <a:xfrm>
            <a:off x="11674281" y="6590020"/>
            <a:ext cx="9829800" cy="24003000"/>
          </a:xfrm>
        </p:spPr>
        <p:txBody>
          <a:bodyPr/>
          <a:lstStyle/>
          <a:p>
            <a:r>
              <a:rPr dirty="0" lang="en-US"/>
              <a:t>Engineering Analysis</a:t>
            </a:r>
          </a:p>
          <a:p>
            <a:endParaRPr dirty="0"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D011AFF-B780-25D7-AAB9-8ECEB2BB6972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22426516" y="6590020"/>
            <a:ext cx="9829800" cy="24003000"/>
          </a:xfrm>
        </p:spPr>
        <p:txBody>
          <a:bodyPr/>
          <a:lstStyle/>
          <a:p>
            <a:r>
              <a:rPr dirty="0" lang="en-US"/>
              <a:t>Outcomes</a:t>
            </a:r>
          </a:p>
          <a:p>
            <a:endParaRPr dirty="0"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186A752-6300-AE4C-E2EC-ACA3BF027925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33147000" y="6590020"/>
            <a:ext cx="9829800" cy="24003000"/>
          </a:xfrm>
        </p:spPr>
        <p:txBody>
          <a:bodyPr/>
          <a:lstStyle/>
          <a:p>
            <a:r>
              <a:rPr dirty="0" lang="en-US"/>
              <a:t>Impact</a:t>
            </a:r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r>
              <a:rPr dirty="0" lang="en-US"/>
              <a:t>References</a:t>
            </a:r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pPr lvl="1"/>
            <a:endParaRPr dirty="0" lang="en-US"/>
          </a:p>
          <a:p>
            <a:r>
              <a:rPr dirty="0" lang="en-US"/>
              <a:t>Acknowledgments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41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Research Poster Template</vt:lpstr>
      <vt:lpstr>Project Title – Size to Fit Length Team Member 1, Team Member 2, ……… Faculty Mentor, Sponsor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2026-04-08T21:05:06Z</dcterms:created>
  <dc:creator>Lagoudas, Magdalini Z</dc:creator>
  <cp:lastModifiedBy>Schaefer, Kristin Lyn</cp:lastModifiedBy>
  <dcterms:modified xsi:type="dcterms:W3CDTF">2026-04-14T17:05:41Z</dcterms:modified>
  <cp:revision>2</cp:revision>
  <dc:title>Poster template for EPS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data-panorama-remediation-history">
    <vt:lpwstr>[{"isReadingOrderVerified":"true","pageNumber":0,"geomIndex":-1,"issueTypeId":"ReadingOrderIssue:PPTX","dismiss":false,"pageNumbers":[1],"coordinatesList":[[10.0,10.0,2.0,2.0]]},{"title":"Poster template for EPS","pageNumber":0,"geomIndex":-1,"issueTypeId":"MissingTitleIssue:PPTX","dismiss":false,"pageNumbers":[1],"coordinatesList":[[10.0,10.0,2.0,2.0]]}]</vt:lpwstr>
  </property>
  <property pid="3" fmtid="{D5CDD505-2E9C-101B-9397-08002B2CF9AE}" name="ReadingOrderVerifiedPages">
    <vt:lpwstr>1</vt:lpwstr>
  </property>
</Properties>
</file>